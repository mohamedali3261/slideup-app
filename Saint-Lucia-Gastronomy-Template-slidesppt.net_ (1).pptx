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525"/>
            <a:ext cx="9144000" cy="26003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0500" y="2924175"/>
            <a:ext cx="870585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3A5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.حوّل أفكارك إلى عروض تقديمية لا تُنسى
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3114675" y="381000"/>
            <a:ext cx="398145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inherit" pitchFamily="34" charset="0"/>
                <a:ea typeface="inherit" pitchFamily="34" charset="-122"/>
                <a:cs typeface="inherit" pitchFamily="34" charset="-120"/>
              </a:rPr>
              <a:t>SlideForge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5991225" y="409575"/>
            <a:ext cx="2609850" cy="9429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100" b="1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مرحبًا بك في</a:t>
            </a:r>
            <a:endParaRPr lang="en-US" sz="3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Saint-Lucia-Gastronomy-Template-slidesppt.net_</dc:title>
  <dc:subject>PptxGenJS Presentation</dc:subject>
  <dc:creator>SlideSpark Studio</dc:creator>
  <cp:lastModifiedBy>SlideSpark Studio</cp:lastModifiedBy>
  <cp:revision>1</cp:revision>
  <dcterms:created xsi:type="dcterms:W3CDTF">2026-01-15T13:08:34Z</dcterms:created>
  <dcterms:modified xsi:type="dcterms:W3CDTF">2026-01-15T13:08:34Z</dcterms:modified>
</cp:coreProperties>
</file>